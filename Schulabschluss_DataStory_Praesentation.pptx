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Der Boxplot zeigt: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2023, Σ=100 %): Grundschulen 35,2 %, Gymnasien 25,9 %, Integr. Gesamtschulen 13,1 %. Der Gymnasial-/Gesamtschulanteil prägt die Abiturquote 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 und hohe Jugend-Arbeitslosigkeit: u. a. Pirmasens, Gelsenkirchen, Mansfeld-Südharz. Score z-standardisiert, gleich gewichtet. Jahresversatz 2023&lt;-&gt;2025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749294"/>
            <a:ext cx="5943600" cy="2548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31823"/>
            <a:ext cx="5943600" cy="37830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99127"/>
            <a:ext cx="5943600" cy="384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Abschlussstruktur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35,2 %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25,9 %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8,8 %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3,9 %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Schüleranteil je Schulart (Deutschland 2023): Gymnasial-/Gesamtschulanteil bestimmt die Abiturquote 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886151"/>
            <a:ext cx="5943600" cy="227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10.500 €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04677"/>
            <a:ext cx="5943600" cy="3037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36333"/>
            <a:ext cx="5943600" cy="31740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Pirmasens, Gelsenkirchen,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Jahresversatz 2023↔2025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Pirmasens: 16,5 % ohne HSA · 12,2 %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