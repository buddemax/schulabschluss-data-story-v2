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2023): Der Schulartmix prägt die Abschlussverteilung. Von 55.705 Abgängen ohne Hauptschulabschluss stellen Förderschulen 42 % (23.324), integrierte Gesamtschulen 22 %, Schularten mit mehreren Bildungsgängen 16 % und Hauptschulen 13 % - von Gymnasien nur rund 3 % (Destatis 21111-12, Landesebene).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Abweichung zwischen den Geschlechtern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Standard Deutschland – je Bundesland filterbar (2023)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Abschlussverteilung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Schularten m. mehr. BG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~3 %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 (G8/G9)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Herkunft der Abgänge ohne Hauptschulabschluss nach Schulart (DE 2023, Destatis 21111-12): Förderschulen stellen 42 %, integrierte Gesamtschulen 22 % – von Gymnasien nur rund 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