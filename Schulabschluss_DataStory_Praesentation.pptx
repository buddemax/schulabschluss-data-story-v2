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Der Boxplot zeigt: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2023, Σ=100 %): Grundschulen 35,2 %, Gymnasien 25,9 %, Integr. Gesamtschulen 13,1 %. Der Gymnasial-/Gesamtschulanteil prägt die Abiturquote 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 und hohe Jugend-Arbeitslosigkeit: u. a. Pirmasens, Gelsenkirchen, Mansfeld-Südharz. Score z-standardisiert, gleich gewichtet. Jahresversatz 2023&lt;-&gt;2025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73020"/>
            <a:ext cx="5943600" cy="33006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61972"/>
            <a:ext cx="5943600" cy="39227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53208"/>
            <a:ext cx="5943600" cy="3340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Abschlussstruktur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35,2 %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25,9 %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13,1 %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8,8 %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3,9 %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3,8 %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Schüleranteil je Schulart (Deutschland 2023): Gymnasial-/Gesamtschulanteil bestimmt die Abiturquote 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45283"/>
            <a:ext cx="5943600" cy="3356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10.500 €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64054"/>
            <a:ext cx="5943600" cy="35186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53208"/>
            <a:ext cx="5943600" cy="3340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Pirmasens, Gelsenkirchen,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Jahresversatz 2023↔2025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Pirmasens: 16,5 % ohne HSA · 12,2 %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